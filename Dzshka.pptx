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73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87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88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6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2553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23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32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63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74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61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32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15C9E-265F-495B-82AB-FEF3CB958B1A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A1A3E-5A89-42B4-A50D-4BC640E77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23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</a:p>
          <a:p>
            <a:pPr marL="0" indent="0" algn="ctr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14" y="418844"/>
            <a:ext cx="11585171" cy="623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8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TCP(flags: ACK)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7" y="433489"/>
            <a:ext cx="11568545" cy="6209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46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1" y="0"/>
            <a:ext cx="12192001" cy="68580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TCP(flags: PSH, ACK)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6" y="391872"/>
            <a:ext cx="11294226" cy="607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594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</Words>
  <Application>Microsoft Office PowerPoint</Application>
  <PresentationFormat>Широкоэкранный</PresentationFormat>
  <Paragraphs>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1</cp:revision>
  <dcterms:created xsi:type="dcterms:W3CDTF">2026-10-13T17:44:28Z</dcterms:created>
  <dcterms:modified xsi:type="dcterms:W3CDTF">2026-10-13T17:49:28Z</dcterms:modified>
</cp:coreProperties>
</file>