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58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62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19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3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33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86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55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0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048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72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812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162D9-4FD8-4C73-A7EB-B03282CC3AA5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0B236-2DCC-440F-8913-BC30C5C088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60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53390" cy="395685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390" y="0"/>
            <a:ext cx="5173243" cy="395685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34" y="3516284"/>
            <a:ext cx="4730175" cy="334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3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</cp:revision>
  <dcterms:created xsi:type="dcterms:W3CDTF">2026-10-12T22:42:17Z</dcterms:created>
  <dcterms:modified xsi:type="dcterms:W3CDTF">2026-10-12T22:42:40Z</dcterms:modified>
</cp:coreProperties>
</file>