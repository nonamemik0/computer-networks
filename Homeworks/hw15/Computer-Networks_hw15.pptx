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0D792-A3B4-4C15-A378-215C9CDAFA9D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AA45B-3772-4886-AB63-27136D486F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863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0D792-A3B4-4C15-A378-215C9CDAFA9D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AA45B-3772-4886-AB63-27136D486F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649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0D792-A3B4-4C15-A378-215C9CDAFA9D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AA45B-3772-4886-AB63-27136D486F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090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0D792-A3B4-4C15-A378-215C9CDAFA9D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AA45B-3772-4886-AB63-27136D486F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5997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0D792-A3B4-4C15-A378-215C9CDAFA9D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AA45B-3772-4886-AB63-27136D486F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4304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0D792-A3B4-4C15-A378-215C9CDAFA9D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AA45B-3772-4886-AB63-27136D486F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7750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0D792-A3B4-4C15-A378-215C9CDAFA9D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AA45B-3772-4886-AB63-27136D486F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24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0D792-A3B4-4C15-A378-215C9CDAFA9D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AA45B-3772-4886-AB63-27136D486F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6269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0D792-A3B4-4C15-A378-215C9CDAFA9D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AA45B-3772-4886-AB63-27136D486F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1336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0D792-A3B4-4C15-A378-215C9CDAFA9D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AA45B-3772-4886-AB63-27136D486F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2662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0D792-A3B4-4C15-A378-215C9CDAFA9D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AA45B-3772-4886-AB63-27136D486F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597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0D792-A3B4-4C15-A378-215C9CDAFA9D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0AA45B-3772-4886-AB63-27136D486F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1578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-17793"/>
            <a:ext cx="12191999" cy="6771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Термины</a:t>
            </a:r>
            <a:endParaRPr kumimoji="0" lang="ru-RU" altLang="ru-RU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-HTTP (HyperText Transfer Protocol)</a:t>
            </a: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протокол прикладного уровня для передачи данных (веб-страниц, картинок, картинок, JSON и т.д.) между клиентом и сервером.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-HTTPS</a:t>
            </a: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тот же HTTP, но с шифрованием данных через SSL/TLS. Он безопасный, данные нельзя перехватить. HTTP работает на 80 порту, HTTPS - на 443.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-Клиент-серверная модель</a:t>
            </a: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архитектура, где сеть делится на две роли. Клиент отправляет запросы, а сервер их слушает, обрабатывает и возвращает ответы.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-Идемпотентность</a:t>
            </a: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свойство метода, когда повторный запрос дает тот же результат, что и первый, не меняя состояние сервера сильнее. GET и DELETE идемпотентны, а POST - нет (наштампует новые объекты).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2.1. Разбор запроса</a:t>
            </a:r>
            <a:endParaRPr kumimoji="0" lang="ru-RU" altLang="ru-RU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-Метод: POST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-Путь (endpoint): /api/users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-Версия: HTTP/1.1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-Content-Type: формат данных в теле запроса (тут JSON)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-Authorization: токен для проверки прав пользователя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-Тело запроса: в самом конце после пустой строки (строка с Иваном)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2.2. Разбор ответа</a:t>
            </a:r>
            <a:endParaRPr kumimoji="0" lang="ru-RU" altLang="ru-RU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-Статус 201: Created (ресурс успешно создан на сервере)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-Location: ссылка на созданный объект (/api/users/42)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-Тело ответа: JSON с данными созданного юзера и его 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2.3. Сбор запросов</a:t>
            </a:r>
            <a:endParaRPr kumimoji="0" lang="ru-RU" altLang="ru-RU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товаров: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 /products HTTP/1.1 </a:t>
            </a:r>
            <a:endParaRPr kumimoji="0" lang="en-US" altLang="ru-RU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Host: shop.com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товара: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 /products HTTP/1.1 </a:t>
            </a:r>
            <a:endParaRPr kumimoji="0" lang="en-US" altLang="ru-RU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Host: shop.com </a:t>
            </a:r>
            <a:endParaRPr kumimoji="0" lang="en-US" altLang="ru-RU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Content-Type: application/json </a:t>
            </a:r>
            <a:endParaRPr kumimoji="0" lang="en-US" altLang="ru-RU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Content-Length: 41 </a:t>
            </a:r>
            <a:endParaRPr kumimoji="0" lang="en-US" altLang="ru-RU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{"name": "Ноутбук", "price": 50000}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Удаление товара с id=7: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DELETE /products/7 HTTP/1.1 </a:t>
            </a:r>
            <a:endParaRPr kumimoji="0" lang="en-US" altLang="ru-RU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Host: shop.com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Обновление цены у id=3: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PATCH /products/3 HTTP/1.1 </a:t>
            </a:r>
            <a:endParaRPr kumimoji="0" lang="en-US" altLang="ru-RU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Host: shop.com </a:t>
            </a:r>
            <a:endParaRPr kumimoji="0" lang="en-US" altLang="ru-RU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Content-Type: application/json </a:t>
            </a:r>
            <a:endParaRPr kumimoji="0" lang="en-US" altLang="ru-RU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Content-Length: 17 </a:t>
            </a:r>
            <a:endParaRPr kumimoji="0" lang="en-US" altLang="ru-RU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{"price": 45000}</a:t>
            </a:r>
          </a:p>
        </p:txBody>
      </p:sp>
    </p:spTree>
    <p:extLst>
      <p:ext uri="{BB962C8B-B14F-4D97-AF65-F5344CB8AC3E}">
        <p14:creationId xmlns:p14="http://schemas.microsoft.com/office/powerpoint/2010/main" val="301117712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</Words>
  <Application>Microsoft Office PowerPoint</Application>
  <PresentationFormat>Широкоэкранный</PresentationFormat>
  <Paragraphs>39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1</cp:revision>
  <dcterms:created xsi:type="dcterms:W3CDTF">2026-10-13T18:06:05Z</dcterms:created>
  <dcterms:modified xsi:type="dcterms:W3CDTF">2026-10-13T18:06:35Z</dcterms:modified>
</cp:coreProperties>
</file>