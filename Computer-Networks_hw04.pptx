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9CE22-611A-4613-BB26-9EEA0E813DBD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F64E2-9A4E-4110-AAA7-076D6BDCD7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0680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9CE22-611A-4613-BB26-9EEA0E813DBD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F64E2-9A4E-4110-AAA7-076D6BDCD7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537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9CE22-611A-4613-BB26-9EEA0E813DBD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F64E2-9A4E-4110-AAA7-076D6BDCD7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6654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9CE22-611A-4613-BB26-9EEA0E813DBD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F64E2-9A4E-4110-AAA7-076D6BDCD7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1853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9CE22-611A-4613-BB26-9EEA0E813DBD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F64E2-9A4E-4110-AAA7-076D6BDCD7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2880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9CE22-611A-4613-BB26-9EEA0E813DBD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F64E2-9A4E-4110-AAA7-076D6BDCD7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5399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9CE22-611A-4613-BB26-9EEA0E813DBD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F64E2-9A4E-4110-AAA7-076D6BDCD7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5385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9CE22-611A-4613-BB26-9EEA0E813DBD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F64E2-9A4E-4110-AAA7-076D6BDCD7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7252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9CE22-611A-4613-BB26-9EEA0E813DBD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F64E2-9A4E-4110-AAA7-076D6BDCD7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0654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9CE22-611A-4613-BB26-9EEA0E813DBD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F64E2-9A4E-4110-AAA7-076D6BDCD7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169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9CE22-611A-4613-BB26-9EEA0E813DBD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F64E2-9A4E-4110-AAA7-076D6BDCD7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4283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A9CE22-611A-4613-BB26-9EEA0E813DBD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F64E2-9A4E-4110-AAA7-076D6BDCD7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6071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1. Скрин работающего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Циска</a:t>
            </a:r>
            <a:endParaRPr lang="ru-RU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87" y="419749"/>
            <a:ext cx="11751425" cy="6313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479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12191999" cy="68580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</a:t>
            </a:r>
            <a:r>
              <a:rPr lang="ru-RU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Распределяем 127.168.0.0/24 на 5 зданий (от 15 до 25 устройств).</a:t>
            </a:r>
            <a:endParaRPr lang="ru-RU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Тут всё просто. У нас самое большое здание 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 устройств.</a:t>
            </a:r>
          </a:p>
          <a:p>
            <a:pPr marL="0" indent="0">
              <a:buNone/>
            </a:pPr>
            <a:r>
              <a:rPr lang="ru-RU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Нам нужно </a:t>
            </a: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 адресов + 2 служебных (адрес сети и широковещательный) = 27 адресов.</a:t>
            </a:r>
          </a:p>
          <a:p>
            <a:pPr marL="0" indent="0">
              <a:buNone/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Ближайшая степень двойки 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в 5 = 32. Значит, на хосты уходит 5 бит.</a:t>
            </a:r>
          </a:p>
          <a:p>
            <a:pPr marL="0" indent="0">
              <a:buNone/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Считаем маску: 32 бита (всего в IPv4) минус 5 бит (хосты) = 27 бит</a:t>
            </a:r>
            <a:r>
              <a:rPr lang="ru-RU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Итоговая маска: 255.255.255.224 (/27</a:t>
            </a:r>
            <a:r>
              <a:rPr lang="ru-RU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Шаг между подсетями будет 32 (256 - 224).</a:t>
            </a:r>
          </a:p>
          <a:p>
            <a:pPr marL="0" indent="0">
              <a:buNone/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Расписываем здания:</a:t>
            </a:r>
          </a:p>
          <a:p>
            <a:pPr marL="0" indent="0">
              <a:buNone/>
            </a:pPr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Здание 1:</a:t>
            </a: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127.168.0.0/27 (устройства: .1 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.30)</a:t>
            </a:r>
          </a:p>
          <a:p>
            <a:pPr marL="0" indent="0">
              <a:buNone/>
            </a:pPr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Здание 2:</a:t>
            </a: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127.168.0.32/27 (устройства: .33 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.62)</a:t>
            </a:r>
          </a:p>
          <a:p>
            <a:pPr marL="0" indent="0">
              <a:buNone/>
            </a:pPr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Здание 3:</a:t>
            </a: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127.168.0.64/27 (устройства: .65 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.94)</a:t>
            </a:r>
          </a:p>
          <a:p>
            <a:pPr marL="0" indent="0">
              <a:buNone/>
            </a:pPr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Здание 4:</a:t>
            </a: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127.168.0.96/27 (устройства: .97 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.126)</a:t>
            </a:r>
          </a:p>
          <a:p>
            <a:pPr marL="0" indent="0">
              <a:buNone/>
            </a:pPr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Здание 5:</a:t>
            </a: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127.168.0.128/27 (устройства: .129 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.158)</a:t>
            </a:r>
          </a:p>
          <a:p>
            <a:r>
              <a:rPr lang="ru-RU" dirty="0" smtClean="0"/>
              <a:t/>
            </a:r>
            <a:br>
              <a:rPr lang="ru-RU" dirty="0" smtClean="0"/>
            </a:b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0416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Найти длину маски для 20 подсетей и 10 узлов.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Тут ты в доке немного накосячил, посчитал только хосты. Надо считать и то, и другое.</a:t>
            </a:r>
          </a:p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Узлы: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 устройств + 2 служебных = 12. Ближайшая степень двойки: 2 в 4 = 16. Значит, 4 бита на хосты.</a:t>
            </a:r>
          </a:p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Подсети: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Нам нужно 20 подсетей. Ближайшая степень двойки: 2 в 5 = 32. Значит, 5 бит на подсети.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Складываем биты: 5 (подсети) + 4 (хосты) = 9 бит.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Отнимаем от 32: 32 - 9 = 23.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Итоговая маска: 255.255.254.0 (/23).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Шаг между подсетями будет 2 адреса (в третьем октете), если брать базу /16, или просто меняться в зависимости от базы.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7482937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198</Words>
  <Application>Microsoft Office PowerPoint</Application>
  <PresentationFormat>Широкоэкранный</PresentationFormat>
  <Paragraphs>22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Учетная запись Майкрософт</dc:creator>
  <cp:lastModifiedBy>Учетная запись Майкрософт</cp:lastModifiedBy>
  <cp:revision>2</cp:revision>
  <dcterms:created xsi:type="dcterms:W3CDTF">2026-09-22T20:19:45Z</dcterms:created>
  <dcterms:modified xsi:type="dcterms:W3CDTF">2026-09-22T20:24:36Z</dcterms:modified>
</cp:coreProperties>
</file>