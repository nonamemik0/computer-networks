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92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60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50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82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10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9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73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24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92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19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4A3D1-68F2-4B87-AAAD-4856338E57A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46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4A3D1-68F2-4B87-AAAD-4856338E57A3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4A96C-6F08-40BE-BF55-3CE7F3F74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056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Конспект по протоколу DHCP</a:t>
            </a:r>
          </a:p>
          <a:p>
            <a:pPr marL="0" indent="0">
              <a:buNone/>
            </a:pPr>
            <a:r>
              <a:rPr lang="ru-RU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DHCP и зачем он нужен</a:t>
            </a:r>
          </a:p>
          <a:p>
            <a:pPr marL="0" indent="0">
              <a:buNone/>
            </a:pP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Короче, для работы сети каждому устройству нужен IP-адрес. Можно назначать вручную, но тогда админ должен помнить, какие адреса заняты, а какие свободны. Плюс устройству надо сообщить кучу других параметров: маску, IP маршрутизатора по умолчанию, IP DNS-сервера, доменное имя и т.п. Даже в маленькой сети это реально утомительно.</a:t>
            </a:r>
          </a:p>
          <a:p>
            <a:pPr marL="0" indent="0">
              <a:buNone/>
            </a:pPr>
            <a:endParaRPr lang="ru-RU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DHCP (Dynamic Host Configuration Protocol, протокол динамического конфигурирования хостов) автоматизирует процесс конфигурирования сетевых интерфейсов. И гарантирует от дублирования адресов за счёт централизованного управления.</a:t>
            </a:r>
          </a:p>
          <a:p>
            <a:pPr marL="0" indent="0">
              <a:buNone/>
            </a:pPr>
            <a:endParaRPr lang="ru-RU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Прародители DHCP</a:t>
            </a:r>
          </a:p>
          <a:p>
            <a:pPr marL="0" indent="0">
              <a:buNone/>
            </a:pP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RARP (Reverse Address Resolution Protocol) - одна из первых реализаций, появилась больше 30 лет назад. Клиент делал запрос на широковещательный адрес сети, сервер его принимал, находил в своей базе привязку MAC-адреса клиента к IP и отправлял в ответ IP-адрес.</a:t>
            </a:r>
          </a:p>
          <a:p>
            <a:pPr marL="0" indent="0">
              <a:buNone/>
            </a:pPr>
            <a:endParaRPr lang="ru-RU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 RARP: нужно было настраивать сервер в каждом сегменте локальной сети, регистрировать MAC-адреса, а передавать доп. информацию клиенту вообще не было возможности.</a:t>
            </a:r>
          </a:p>
          <a:p>
            <a:pPr marL="0" indent="0">
              <a:buNone/>
            </a:pPr>
            <a:endParaRPr lang="ru-RU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смену пришёл BOOTP (Bootstrap Protocol). Изначально для бездисковых рабочих станций. Им нужно было не только выдать IP, но и передать доп. информацию: адрес сервера TFTP, имя файла загрузки. В отличие от RARP, поддерживал relay - небольшие сервисы, которые пересылали запросы главному серверу. Это сделало возможным использование одного сервера на несколько сетей. Но оставалась необходимость ручной настройки таблиц и ограничение по размеру доп. информации.</a:t>
            </a:r>
          </a:p>
          <a:p>
            <a:pPr marL="0" indent="0">
              <a:buNone/>
            </a:pPr>
            <a:endParaRPr lang="ru-RU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итоге появился DHCP. Он является совместимым расширением BOOTP. DHCP-сервер поддерживает устаревших клиентов, но не наоборот.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94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Режимы DHCP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DHCP работает по модели клиент-сервер. При старте системы компьютер (DHCP-клиент) посылает в сеть широковещательный запрос на получение IP-адреса. DHCP-сервер откликается и посылает ответ с IP-адресом и другими параметрами.</a:t>
            </a:r>
          </a:p>
          <a:p>
            <a:pPr marL="0" indent="0">
              <a:buNone/>
            </a:pP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Три режима работы:</a:t>
            </a:r>
          </a:p>
          <a:p>
            <a:pPr marL="0" indent="0">
              <a:buNone/>
            </a:pP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назначение статических адресов. Админ помимо пула адресов снабжает сервер информацией о жёстком соответствии IP-адресов физическим адресам клиентов. Сервер всегда выдаст конкретному клиенту один и тот же назначенный ему IP-адрес и набор других параметров.</a:t>
            </a:r>
          </a:p>
          <a:p>
            <a:pPr marL="0" indent="0">
              <a:buNone/>
            </a:pP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назначение статических адресов. Сервер сам, без вмешательства админа, выбирает клиенту IP-адрес из пула. Адрес даётся в постоянное пользование, то есть между клиентом и его IP-адресом существует постоянное соответствие. Оно устанавливается при первом назначении. При всех последующих запросах сервер возвращает тот же самый адрес.</a:t>
            </a:r>
          </a:p>
          <a:p>
            <a:pPr marL="0" indent="0">
              <a:buNone/>
            </a:pP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распределение динамических адресов. Сервер выдаёт адрес клиенту на ограниченное время - срок аренды. Когда компьютер удаляется из подсети, адрес автоматически освобождается. Когда подключается к другой подсети, ему назначается новый адрес. Ни пользователь, ни админ не вмешиваются. Это позволяет повторно использовать IP-адрес для другого компьютера. Помимо автоматизации рутинной работы, этот режим позволяет строить IP-сеть, количество узлов в которой превышает количество имеющихся IP-адресов.</a:t>
            </a:r>
          </a:p>
          <a:p>
            <a:pPr marL="0" indent="0">
              <a:buNone/>
            </a:pP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в организации 500 сотрудников, но большую часть времени они вне офиса. Если обычно в офисе работает не более 50 человек, достаточно пула из 64 адресов и 64 рабочих мест. Каждый вновь прибывший просто подключает компьютер, DHCP-клиент запрашивает параметры и автоматически их получает.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44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динамического назначения адресов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 управляет двумя основными параметрами DHCP-сервера: пул адресов, доступных распределению, и срок аренды. Срок аренды диктует, как долго компьютер может использовать назначенный IP-адрес, перед тем как снова запросить его у сервера. Срок аренды зависит от режима работы пользователей: в учебной сети он может быть равен длительности лабораторной работы, в корпоративной - несколько дней или даже недель.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DHCP-сервер должен находиться в одной подсети с клиентами, потому что клиенты посылают ему широковещательные запросы. Для снижения риска выхода сети из строя из-за отказа DHCP-сервера иногда ставят резервный DHCP-сервер.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Иногда в сети нет ни одного DHCP-сервера. Тогда его подменяет связной DHCP-агент - программное обеспечение, играющее роль посредника между DHCP-клиентами и DHCP-серверами. Агент переправляет запросы клиентов из одной сети DHCP-серверу другой сети. Так один DHCP-сервер может обслуживать клиентов нескольких разных сетей.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Упрощённая схема обмена сообщениями: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включении компьютера DHCP-клиент посылает ограниченное широковещательное сообщение DHCP-поиска. Это IP-пакет с адресом назначения из одних единиц, который должен быть доставлен всем узлам данной IP-сети.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Находящиеся в сети DHCP-серверы получают это сообщение. Если серверов нет, сообщение получает связной DHCP-агент. Он пересылает его в другую сеть DHCP-серверу, IP-адрес которого ему заранее известен.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 DHCP-серверы, получившие сообщение DHCP-поиска, посылают клиенту свои DHCP-предложения. Каждое предложение содержит IP-адрес и другую конфигурационную информацию. Сервер из другой сети посылает ответ через DHCP-агента.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DHCP-клиент собирает предложения от всех серверов. Как правило, выбирает первое из поступивших и отправляет в сеть широковещательный DHCP-запрос. В нём содержатся идентификационная информация о выбранном сервере и значения принятых параметров.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 DHCP-серверы получают DHCP-запрос, и только один выбранный посылает положительную DHCP-квитанцию, подтверждающую IP-адрес и параметры аренды. Остальные серверы аннулируют свои предложения и возвращают адреса в свои пулы.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DHCP-клиент получает положительную DHCP-квитанцию и переходит в рабочее состояние.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от времени компьютер пытается обновить параметры аренды. Первую попытку делает задолго до истечения срока аренды, обращаясь к тому серверу, от которого получил текущие параметры. Если ответа нет или ответ отрицательный, через некоторое время снова посылает запрос. Так повторяется несколько раз, и если все попытки безуспешны, клиент обращается к другому серверу. Если и другой сервер отвечает отказом, клиент теряет параметры и переходит в режим автономной работы. Также DHCP-клиент может по своей инициативе досрочно отказаться от выделенных параметров.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70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1999" cy="69161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динамического назначения адресов</a:t>
            </a:r>
          </a:p>
          <a:p>
            <a:pPr marL="0" indent="0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сети, где адреса назначаются динамически, нельзя быть уверенным в адресе, который в данный момент имеет тот или иной узел. Это влечёт проблемы.</a:t>
            </a:r>
          </a:p>
          <a:p>
            <a:pPr marL="0" indent="0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Во-первых, сложности при преобразовании символьного доменного имени в IP-адрес. Система DNS должна поддерживать таблицы соответствия имён IP-адресам в условиях, когда последние меняются каждые два часа. Поэтому для серверов, к которым часто обращаются по символьному имени, назначают статические IP-адреса, оставляя динамические только для клиентских компьютеров. Но в некоторых сетях серверов настолько много, что ручное конфигурирование становится обременительным. Это привело к разработке усовершенствованной версии DNS - динамической системы DNS, в основе которой лежит согласование информационной адресной базы в службах DHCP и DNS.</a:t>
            </a:r>
          </a:p>
          <a:p>
            <a:pPr marL="0" indent="0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Во-вторых, трудно осуществлять удалённое управление и автоматический мониторинг интерфейса (например, сбор статистики), если в качестве его идентификатора выступает динамически изменяемый IP-адрес. Статические адреса позволяют админам удалённо управлять устройствами - до них проще получить доступ, когда можно легко определить их IP-адрес.</a:t>
            </a:r>
          </a:p>
          <a:p>
            <a:pPr marL="0" indent="0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Обычно статические адреса назначают устройствам, которые предоставляют услуги пользователям в сети: маршрутизаторы, серверы, принтеры, другие сетевые устройства, местоположение которых вряд ли изменится. Поэтому назначенные им адреса должны оставаться постоянными.</a:t>
            </a:r>
          </a:p>
          <a:p>
            <a:pPr marL="0" indent="0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 и наконец, для безопасности сети многие устройства могут блокировать (фильтровать) пакеты, определённые поля которых имеют заранее заданные значения. При динамическом назначении адресов усложняется фильтрация пакетов по IP-адресам. Последние две проблемы проще всего решаются отказом от динамического назначения адресов для интерфейсов, фигурирующих в системах мониторинга и безопасности.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60709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4259</TotalTime>
  <Words>1192</Words>
  <Application>Microsoft Office PowerPoint</Application>
  <PresentationFormat>Широкоэкранный</PresentationFormat>
  <Paragraphs>44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</cp:revision>
  <dcterms:created xsi:type="dcterms:W3CDTF">2026-10-04T21:08:48Z</dcterms:created>
  <dcterms:modified xsi:type="dcterms:W3CDTF">2026-10-07T20:08:47Z</dcterms:modified>
</cp:coreProperties>
</file>