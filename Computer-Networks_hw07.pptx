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3C993-E5C7-4039-A4F4-3B296898D024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374D-B7BF-4518-8E5C-EAC19160F1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827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3C993-E5C7-4039-A4F4-3B296898D024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374D-B7BF-4518-8E5C-EAC19160F1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1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3C993-E5C7-4039-A4F4-3B296898D024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374D-B7BF-4518-8E5C-EAC19160F1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3491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3C993-E5C7-4039-A4F4-3B296898D024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374D-B7BF-4518-8E5C-EAC19160F1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945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3C993-E5C7-4039-A4F4-3B296898D024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374D-B7BF-4518-8E5C-EAC19160F1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260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3C993-E5C7-4039-A4F4-3B296898D024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374D-B7BF-4518-8E5C-EAC19160F1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66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3C993-E5C7-4039-A4F4-3B296898D024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374D-B7BF-4518-8E5C-EAC19160F1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6526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3C993-E5C7-4039-A4F4-3B296898D024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374D-B7BF-4518-8E5C-EAC19160F1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000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3C993-E5C7-4039-A4F4-3B296898D024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374D-B7BF-4518-8E5C-EAC19160F1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191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3C993-E5C7-4039-A4F4-3B296898D024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374D-B7BF-4518-8E5C-EAC19160F1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869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3C993-E5C7-4039-A4F4-3B296898D024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2374D-B7BF-4518-8E5C-EAC19160F1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395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3C993-E5C7-4039-A4F4-3B296898D024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2374D-B7BF-4518-8E5C-EAC19160F1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97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Сеть: 192.168.0.0 /24. Нужно 5 подсетей по не менее 25 хостов.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Кол-во бит для хостов: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2^5 - 2 = 30 хостов (30 &gt; 25 - хватает, значит для хостов нужно 5 бит).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Новая маска: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32 - 5 = 27 =&gt; маска /27.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Проверка подсетей: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27 - 24 = 3 бита. 2^3 = 8 подсетей (8 &gt; 5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хватает).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Перевод маски: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/27 = 11111111.11111111.11111111.11100000128 + 64 + 32 = 224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255.255.255.224.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Ответ: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Маска: /27 (255.255.255.224)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подсетей: 8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хостов в каждой подсети: 30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Сеть: 192.168.50.0 /24. Разделить на 6 подсетей. Решение: </a:t>
            </a:r>
          </a:p>
          <a:p>
            <a:pPr marL="342900" indent="-342900">
              <a:buAutoNum type="arabicPeriod"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Кол-во бит для подсетей:2^3 = 8 подсетей (8 &gt; 6 - хватает, нужно 3 бита).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Новая маска: 24 + 3 = 27 =&gt; маска /27 (255.255.255.224). 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Кол-во хостов: 32 - 27 = 5 бит. 2^5 - 2 = 30 хостов. 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Диапазоны (шаг 256 - 224 = 32): 192.168.50.0 - 192.168.50.31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192.168.50.32 - 192.168.50.63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192.168.50.64 - 192.168.50.95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192.168.50.96 - 192.168.50.127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192.168.50.128 - 192.168.50.159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192.168.50.160 - 192.168.50.191.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Ответ: Маска: /27 (255.255.255.224)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хостов: 30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иапазоны:192.168.50.0 - 192.168.50.31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192.168.50.32 - 192.168.50.63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192.168.50.64 - 192.168.50.95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192.168.50.96 - 192.168.50.127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192.168.50.128 - 192.168.50.159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192.168.50.160 - 192.168.50.191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2875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266</Words>
  <Application>Microsoft Office PowerPoint</Application>
  <PresentationFormat>Широкоэкранный</PresentationFormat>
  <Paragraphs>16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4</cp:revision>
  <dcterms:created xsi:type="dcterms:W3CDTF">2026-10-04T20:00:09Z</dcterms:created>
  <dcterms:modified xsi:type="dcterms:W3CDTF">2026-10-04T20:17:19Z</dcterms:modified>
</cp:coreProperties>
</file>