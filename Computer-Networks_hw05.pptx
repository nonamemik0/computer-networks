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42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60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2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3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5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840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62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10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937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41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00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424CA-5089-4DA8-A9E0-2DC2254F5C9D}" type="datetimeFigureOut">
              <a:rPr lang="ru-RU" smtClean="0"/>
              <a:t>26.09.2026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6C7D5-8153-46C1-A62D-E5F26F3BD8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87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787" y="375354"/>
            <a:ext cx="4312683" cy="468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4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КОНСОЛЬНЫЙ ПИНГ</a:t>
            </a:r>
          </a:p>
          <a:p>
            <a:pPr marL="0" indent="0" algn="ctr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388" y="390959"/>
            <a:ext cx="659222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2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СИМУЛЯТОРА ПО ОТПРАВКИ ПИНГА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425"/>
            <a:ext cx="12192000" cy="515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10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Широкоэкранный</PresentationFormat>
  <Paragraphs>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</cp:revision>
  <dcterms:created xsi:type="dcterms:W3CDTF">2026-09-26T11:43:32Z</dcterms:created>
  <dcterms:modified xsi:type="dcterms:W3CDTF">2026-09-26T11:43:52Z</dcterms:modified>
</cp:coreProperties>
</file>